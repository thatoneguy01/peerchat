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4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792" y="27432"/>
            <a:ext cx="3017520" cy="68580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" y="621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1168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2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MEMBERSHIP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" y="1463040"/>
            <a:ext cx="2615184" cy="43891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1168" y="146304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· Abhishek · Asim · Ali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19659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PeerChat · May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2331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STATES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" y="2651760"/>
            <a:ext cx="914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651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888" y="2926080"/>
            <a:ext cx="0" cy="128016"/>
          </a:xfrm>
          <a:prstGeom prst="line">
            <a:avLst/>
          </a:prstGeom>
          <a:noFill/>
          <a:ln w="15240">
            <a:solidFill>
              <a:srgbClr val="F4A261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" y="3054096"/>
            <a:ext cx="91440" cy="27432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3054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6888" y="3328416"/>
            <a:ext cx="0" cy="128016"/>
          </a:xfrm>
          <a:prstGeom prst="line">
            <a:avLst/>
          </a:prstGeom>
          <a:noFill/>
          <a:ln w="15240">
            <a:solidFill>
              <a:srgbClr val="1B7A8C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" y="3456432"/>
            <a:ext cx="91440" cy="2743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4564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" y="3730752"/>
            <a:ext cx="0" cy="128016"/>
          </a:xfrm>
          <a:prstGeom prst="line">
            <a:avLst/>
          </a:prstGeom>
          <a:noFill/>
          <a:ln w="15240">
            <a:solidFill>
              <a:srgbClr val="2DC653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1168" y="3858768"/>
            <a:ext cx="91440" cy="274320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85876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6888" y="4133088"/>
            <a:ext cx="0" cy="128016"/>
          </a:xfrm>
          <a:prstGeom prst="line">
            <a:avLst/>
          </a:prstGeom>
          <a:noFill/>
          <a:ln w="15240">
            <a:solidFill>
              <a:srgbClr val="C1292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" y="4261104"/>
            <a:ext cx="914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42611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1168" y="5486400"/>
            <a:ext cx="2615184" cy="1152144"/>
          </a:xfrm>
          <a:prstGeom prst="rect">
            <a:avLst/>
          </a:prstGeom>
          <a:solidFill>
            <a:srgbClr val="0E2030"/>
          </a:solidFill>
          <a:ln w="12700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1168" y="5522976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201168" y="618134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· 3 SUITES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13924" y="1716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451501" y="521438"/>
            <a:ext cx="1056640" cy="438912"/>
          </a:xfrm>
          <a:prstGeom prst="rect">
            <a:avLst/>
          </a:prstGeom>
          <a:solidFill>
            <a:srgbClr val="1B4A5C"/>
          </a:solidFill>
          <a:ln w="9525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95957" y="5602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Security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2050" y="6974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connect(user, seed_ip)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829" y="843724"/>
            <a:ext cx="73152" cy="0"/>
          </a:xfrm>
          <a:prstGeom prst="line">
            <a:avLst/>
          </a:prstGeom>
          <a:noFill/>
          <a:ln w="190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538636" y="514540"/>
            <a:ext cx="984664" cy="450958"/>
          </a:xfrm>
          <a:prstGeom prst="rect">
            <a:avLst/>
          </a:prstGeom>
          <a:solidFill>
            <a:srgbClr val="1B7A8C"/>
          </a:solidFill>
          <a:ln w="9525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72753" y="588764"/>
            <a:ext cx="98466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72753" y="716780"/>
            <a:ext cx="98466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PublicFacade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00400" y="124358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CONTRACTS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0" y="1554480"/>
            <a:ext cx="2583180" cy="1261872"/>
          </a:xfrm>
          <a:prstGeom prst="rect">
            <a:avLst/>
          </a:prstGeom>
          <a:solidFill>
            <a:srgbClr val="0E3547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0" y="1554480"/>
            <a:ext cx="2583180" cy="22860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0" y="1554480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73552" y="1810512"/>
            <a:ext cx="2455164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BroadcastNode — no own socket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send_to_peer for JOIN handshake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for gossip + heartbeats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pre_verify_hook for trust-on-first-use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75020" y="1554480"/>
            <a:ext cx="2583180" cy="1261872"/>
          </a:xfrm>
          <a:prstGeom prst="rect">
            <a:avLst/>
          </a:prstGeom>
          <a:solidFill>
            <a:srgbClr val="0B2E2E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875020" y="1554480"/>
            <a:ext cx="2583180" cy="228600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75020" y="1554480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48172" y="1810512"/>
            <a:ext cx="2455164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per-peer pubkeys (group key retired)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Pubkey in JOIN_ACCEPTED → encrypt ready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TOFU: register pubkey from first envelope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JOIN_REQUEST plaintext only (known limit)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0" y="2907792"/>
            <a:ext cx="2583180" cy="1261872"/>
          </a:xfrm>
          <a:prstGeom prst="rect">
            <a:avLst/>
          </a:prstGeom>
          <a:solidFill>
            <a:srgbClr val="162410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200400" y="2907792"/>
            <a:ext cx="2583180" cy="228600"/>
          </a:xfrm>
          <a:prstGeom prst="rect">
            <a:avLst/>
          </a:prstGeom>
          <a:solidFill>
            <a:srgbClr val="2A5C1A"/>
          </a:solidFill>
          <a:ln w="12700">
            <a:solidFill>
              <a:srgbClr val="2A5C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00400" y="2907792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73552" y="3163824"/>
            <a:ext cx="2455164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register_history_handler() callback API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BACKFILL_STARTED → BACKFILLING state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complete_history_backfill() → ACTIVE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Auto-promote fallback for demo/testing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75020" y="2907792"/>
            <a:ext cx="2583180" cy="1261872"/>
          </a:xfrm>
          <a:prstGeom prst="rect">
            <a:avLst/>
          </a:prstGeom>
          <a:solidFill>
            <a:srgbClr val="261A08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875020" y="2907792"/>
            <a:ext cx="2583180" cy="228600"/>
          </a:xfrm>
          <a:prstGeom prst="rect">
            <a:avLst/>
          </a:prstGeom>
          <a:solidFill>
            <a:srgbClr val="7A4E10"/>
          </a:solidFill>
          <a:ln w="12700">
            <a:solidFill>
              <a:srgbClr val="7A4E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875020" y="2907792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948172" y="3163824"/>
            <a:ext cx="2455164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connect(username, seed_ip) entrypoint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seed_ip = seed mode, else joiner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events → peer_registry mutations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bootstrap completes in ≤5s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200400" y="42976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FAILURES  →  FIXES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0" y="4608576"/>
            <a:ext cx="2583180" cy="1097280"/>
          </a:xfrm>
          <a:prstGeom prst="rect">
            <a:avLst/>
          </a:prstGeom>
          <a:solidFill>
            <a:srgbClr val="130C0C"/>
          </a:solidFill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200400" y="4608576"/>
            <a:ext cx="2583180" cy="164592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73552" y="4800600"/>
            <a:ext cx="245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Dual transport port collision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73552" y="5248656"/>
            <a:ext cx="2418588" cy="0"/>
          </a:xfrm>
          <a:prstGeom prst="line">
            <a:avLst/>
          </a:prstGeom>
          <a:noFill/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73552" y="5285232"/>
            <a:ext cx="2455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Consolidated onto BroadcastNode (one port)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875020" y="4608576"/>
            <a:ext cx="2583180" cy="1097280"/>
          </a:xfrm>
          <a:prstGeom prst="rect">
            <a:avLst/>
          </a:prstGeom>
          <a:solidFill>
            <a:srgbClr val="130C0C"/>
          </a:solidFill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875020" y="4608576"/>
            <a:ext cx="2583180" cy="164592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948172" y="4800600"/>
            <a:ext cx="245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JOIN_RESPONSE dropped—missing pubkey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948172" y="5248656"/>
            <a:ext cx="2418588" cy="0"/>
          </a:xfrm>
          <a:prstGeom prst="line">
            <a:avLst/>
          </a:prstGeom>
          <a:noFill/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948172" y="5285232"/>
            <a:ext cx="2455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pre_verify_hook: register before verify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00400" y="5788152"/>
            <a:ext cx="2583180" cy="1097280"/>
          </a:xfrm>
          <a:prstGeom prst="rect">
            <a:avLst/>
          </a:prstGeom>
          <a:solidFill>
            <a:srgbClr val="130C0C"/>
          </a:solidFill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200400" y="5788152"/>
            <a:ext cx="2583180" cy="164592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273552" y="5980176"/>
            <a:ext cx="245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SUSPECTED state never cleared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73552" y="6428232"/>
            <a:ext cx="2418588" cy="0"/>
          </a:xfrm>
          <a:prstGeom prst="line">
            <a:avLst/>
          </a:prstGeom>
          <a:noFill/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73552" y="6464808"/>
            <a:ext cx="2455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presence-tick thread at 1s interval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875020" y="5788152"/>
            <a:ext cx="2583180" cy="1097280"/>
          </a:xfrm>
          <a:prstGeom prst="rect">
            <a:avLst/>
          </a:prstGeom>
          <a:solidFill>
            <a:srgbClr val="130C0C"/>
          </a:solidFill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875020" y="5788152"/>
            <a:ext cx="2583180" cy="164592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948172" y="5980176"/>
            <a:ext cx="245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get_lan_ip chose wrong NIC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948172" y="6428232"/>
            <a:ext cx="2418588" cy="0"/>
          </a:xfrm>
          <a:prstGeom prst="line">
            <a:avLst/>
          </a:prstGeom>
          <a:noFill/>
          <a:ln w="6350">
            <a:solidFill>
              <a:srgbClr val="5C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948172" y="6464808"/>
            <a:ext cx="2455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Hostname fallback; bind-vs-advertise planned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577072" y="0"/>
            <a:ext cx="3401568" cy="6858000"/>
          </a:xfrm>
          <a:prstGeom prst="rect">
            <a:avLst/>
          </a:prstGeom>
          <a:solidFill>
            <a:srgbClr val="0A1824"/>
          </a:solidFill>
          <a:ln w="12700">
            <a:solidFill>
              <a:srgbClr val="0A18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686800" y="164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FLOW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686800" y="475488"/>
            <a:ext cx="3291840" cy="640080"/>
          </a:xfrm>
          <a:prstGeom prst="rect">
            <a:avLst/>
          </a:prstGeom>
          <a:solidFill>
            <a:srgbClr val="1B4A6C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778240" y="5120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JOIN_REQUEST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778240" y="7955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Plaintext-signed + own pubkey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332720" y="1115568"/>
            <a:ext cx="0" cy="45720"/>
          </a:xfrm>
          <a:prstGeom prst="line">
            <a:avLst/>
          </a:prstGeom>
          <a:noFill/>
          <a:ln w="1270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686800" y="1161288"/>
            <a:ext cx="3291840" cy="640080"/>
          </a:xfrm>
          <a:prstGeom prst="rect">
            <a:avLst/>
          </a:prstGeom>
          <a:solidFill>
            <a:srgbClr val="1B5C4A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778240" y="11978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pre_verify_hook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778240" y="14813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TOFU: register pubkey from envelope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0332720" y="1801368"/>
            <a:ext cx="0" cy="45720"/>
          </a:xfrm>
          <a:prstGeom prst="line">
            <a:avLst/>
          </a:prstGeom>
          <a:noFill/>
          <a:ln w="1270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686800" y="1847088"/>
            <a:ext cx="3291840" cy="640080"/>
          </a:xfrm>
          <a:prstGeom prst="rect">
            <a:avLst/>
          </a:prstGeom>
          <a:solidFill>
            <a:srgbClr val="1B7A8C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778240" y="18836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JOIN_ACCEPTED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778240" y="21671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logs event, gossips out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0332720" y="2487168"/>
            <a:ext cx="0" cy="45720"/>
          </a:xfrm>
          <a:prstGeom prst="line">
            <a:avLst/>
          </a:prstGeom>
          <a:noFill/>
          <a:ln w="1270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686800" y="2532888"/>
            <a:ext cx="3291840" cy="640080"/>
          </a:xfrm>
          <a:prstGeom prst="rect">
            <a:avLst/>
          </a:prstGeom>
          <a:solidFill>
            <a:srgbClr val="2A4A1B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8778240" y="25694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JOIN_RESPONSE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778240" y="2852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event-log replay → joiner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0332720" y="3172968"/>
            <a:ext cx="0" cy="45720"/>
          </a:xfrm>
          <a:prstGeom prst="line">
            <a:avLst/>
          </a:prstGeom>
          <a:noFill/>
          <a:ln w="1270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686800" y="3218688"/>
            <a:ext cx="3291840" cy="640080"/>
          </a:xfrm>
          <a:prstGeom prst="rect">
            <a:avLst/>
          </a:prstGeom>
          <a:solidFill>
            <a:srgbClr val="0E5430"/>
          </a:solidFill>
          <a:ln w="6350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8778240" y="32552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ACTIVE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8778240" y="3538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done; chat fan-out enabled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8680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&amp; PRESENCE TIMERS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686800" y="4379976"/>
            <a:ext cx="758952" cy="804672"/>
          </a:xfrm>
          <a:prstGeom prst="rect">
            <a:avLst/>
          </a:prstGeom>
          <a:solidFill>
            <a:srgbClr val="0E2030"/>
          </a:solidFill>
          <a:ln w="9525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8686800" y="4416552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2200" dirty="0"/>
          </a:p>
        </p:txBody>
      </p:sp>
      <p:sp>
        <p:nvSpPr>
          <p:cNvPr id="105" name="Text 103"/>
          <p:cNvSpPr/>
          <p:nvPr/>
        </p:nvSpPr>
        <p:spPr>
          <a:xfrm>
            <a:off x="8686800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9482328" y="4379976"/>
            <a:ext cx="758952" cy="804672"/>
          </a:xfrm>
          <a:prstGeom prst="rect">
            <a:avLst/>
          </a:prstGeom>
          <a:solidFill>
            <a:srgbClr val="0E2030"/>
          </a:solidFill>
          <a:ln w="9525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9482328" y="4416552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2200" dirty="0"/>
          </a:p>
        </p:txBody>
      </p:sp>
      <p:sp>
        <p:nvSpPr>
          <p:cNvPr id="108" name="Text 106"/>
          <p:cNvSpPr/>
          <p:nvPr/>
        </p:nvSpPr>
        <p:spPr>
          <a:xfrm>
            <a:off x="9482328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0277856" y="4379976"/>
            <a:ext cx="758952" cy="804672"/>
          </a:xfrm>
          <a:prstGeom prst="rect">
            <a:avLst/>
          </a:prstGeom>
          <a:solidFill>
            <a:srgbClr val="0E2030"/>
          </a:solidFill>
          <a:ln w="9525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0277856" y="4416552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2200" dirty="0"/>
          </a:p>
        </p:txBody>
      </p:sp>
      <p:sp>
        <p:nvSpPr>
          <p:cNvPr id="111" name="Text 109"/>
          <p:cNvSpPr/>
          <p:nvPr/>
        </p:nvSpPr>
        <p:spPr>
          <a:xfrm>
            <a:off x="10277856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1073384" y="4379976"/>
            <a:ext cx="758952" cy="804672"/>
          </a:xfrm>
          <a:prstGeom prst="rect">
            <a:avLst/>
          </a:prstGeom>
          <a:solidFill>
            <a:srgbClr val="0E2030"/>
          </a:solidFill>
          <a:ln w="9525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11073384" y="4416552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2200" dirty="0"/>
          </a:p>
        </p:txBody>
      </p:sp>
      <p:sp>
        <p:nvSpPr>
          <p:cNvPr id="114" name="Text 112"/>
          <p:cNvSpPr/>
          <p:nvPr/>
        </p:nvSpPr>
        <p:spPr>
          <a:xfrm>
            <a:off x="11073384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686800" y="5330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8686800" y="5641848"/>
            <a:ext cx="3291840" cy="1051560"/>
          </a:xfrm>
          <a:prstGeom prst="rect">
            <a:avLst/>
          </a:prstGeom>
          <a:solidFill>
            <a:srgbClr val="1A1200"/>
          </a:solidFill>
          <a:ln w="9525">
            <a:solidFill>
              <a:srgbClr val="5C4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8759952" y="5678424"/>
            <a:ext cx="3163824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JOIN_REQUEST is plaintext-signed (TOFU)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lan_ip heuristic: wrong NIC on multi-interface hosts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 traversal or TLS on the WS layer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per process (room_id constructor-fixed)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subscriber dispatch can block callbacks</a:t>
            </a:r>
            <a:endParaRPr lang="en-US" sz="900" dirty="0"/>
          </a:p>
        </p:txBody>
      </p:sp>
      <p:pic>
        <p:nvPicPr>
          <p:cNvPr id="1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254478"/>
            <a:ext cx="2487168" cy="3090351"/>
          </a:xfrm>
          <a:prstGeom prst="rect">
            <a:avLst/>
          </a:prstGeom>
        </p:spPr>
      </p:pic>
      <p:sp>
        <p:nvSpPr>
          <p:cNvPr id="119" name="Shape 17">
            <a:extLst>
              <a:ext uri="{FF2B5EF4-FFF2-40B4-BE49-F238E27FC236}">
                <a16:creationId xmlns:a16="http://schemas.microsoft.com/office/drawing/2014/main" id="{06EE6516-92C0-B955-1EA2-67216DFAB201}"/>
              </a:ext>
            </a:extLst>
          </p:cNvPr>
          <p:cNvSpPr/>
          <p:nvPr/>
        </p:nvSpPr>
        <p:spPr>
          <a:xfrm>
            <a:off x="201168" y="4663440"/>
            <a:ext cx="91440" cy="274320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9">
            <a:extLst>
              <a:ext uri="{FF2B5EF4-FFF2-40B4-BE49-F238E27FC236}">
                <a16:creationId xmlns:a16="http://schemas.microsoft.com/office/drawing/2014/main" id="{DF0E07B0-5424-1C89-A311-079387371710}"/>
              </a:ext>
            </a:extLst>
          </p:cNvPr>
          <p:cNvSpPr/>
          <p:nvPr/>
        </p:nvSpPr>
        <p:spPr>
          <a:xfrm>
            <a:off x="244856" y="4544568"/>
            <a:ext cx="0" cy="128016"/>
          </a:xfrm>
          <a:prstGeom prst="line">
            <a:avLst/>
          </a:prstGeom>
          <a:noFill/>
          <a:ln w="15240">
            <a:solidFill>
              <a:srgbClr val="C1292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9AA79C4E-0A35-F438-58AE-DDA722B0E90F}"/>
              </a:ext>
            </a:extLst>
          </p:cNvPr>
          <p:cNvSpPr/>
          <p:nvPr/>
        </p:nvSpPr>
        <p:spPr>
          <a:xfrm>
            <a:off x="402336" y="4618683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135" name="Shape 30">
            <a:extLst>
              <a:ext uri="{FF2B5EF4-FFF2-40B4-BE49-F238E27FC236}">
                <a16:creationId xmlns:a16="http://schemas.microsoft.com/office/drawing/2014/main" id="{6E091D8F-F722-128C-C4C8-F5C68F68B6ED}"/>
              </a:ext>
            </a:extLst>
          </p:cNvPr>
          <p:cNvSpPr/>
          <p:nvPr/>
        </p:nvSpPr>
        <p:spPr>
          <a:xfrm>
            <a:off x="4580623" y="497618"/>
            <a:ext cx="984664" cy="467880"/>
          </a:xfrm>
          <a:prstGeom prst="rect">
            <a:avLst/>
          </a:prstGeom>
          <a:solidFill>
            <a:srgbClr val="1B7A8C"/>
          </a:solidFill>
          <a:ln w="9525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31">
            <a:extLst>
              <a:ext uri="{FF2B5EF4-FFF2-40B4-BE49-F238E27FC236}">
                <a16:creationId xmlns:a16="http://schemas.microsoft.com/office/drawing/2014/main" id="{291FB512-7C44-A10C-2392-88DFA9C1772B}"/>
              </a:ext>
            </a:extLst>
          </p:cNvPr>
          <p:cNvSpPr/>
          <p:nvPr/>
        </p:nvSpPr>
        <p:spPr>
          <a:xfrm>
            <a:off x="4614740" y="571842"/>
            <a:ext cx="98466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EventLog</a:t>
            </a:r>
            <a:endParaRPr lang="en-US" sz="1000" dirty="0"/>
          </a:p>
        </p:txBody>
      </p:sp>
      <p:sp>
        <p:nvSpPr>
          <p:cNvPr id="137" name="Text 32">
            <a:extLst>
              <a:ext uri="{FF2B5EF4-FFF2-40B4-BE49-F238E27FC236}">
                <a16:creationId xmlns:a16="http://schemas.microsoft.com/office/drawing/2014/main" id="{420E3C41-19AF-1E90-4C5B-F1F36FF8B1D2}"/>
              </a:ext>
            </a:extLst>
          </p:cNvPr>
          <p:cNvSpPr/>
          <p:nvPr/>
        </p:nvSpPr>
        <p:spPr>
          <a:xfrm>
            <a:off x="4614740" y="699858"/>
            <a:ext cx="98466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AppendOnly</a:t>
            </a:r>
            <a:endParaRPr lang="en-US" sz="850" dirty="0"/>
          </a:p>
        </p:txBody>
      </p:sp>
      <p:sp>
        <p:nvSpPr>
          <p:cNvPr id="138" name="Shape 30">
            <a:extLst>
              <a:ext uri="{FF2B5EF4-FFF2-40B4-BE49-F238E27FC236}">
                <a16:creationId xmlns:a16="http://schemas.microsoft.com/office/drawing/2014/main" id="{74DA43C4-802E-F162-E927-4FC7DCD173BA}"/>
              </a:ext>
            </a:extLst>
          </p:cNvPr>
          <p:cNvSpPr/>
          <p:nvPr/>
        </p:nvSpPr>
        <p:spPr>
          <a:xfrm>
            <a:off x="5624296" y="491300"/>
            <a:ext cx="984664" cy="480439"/>
          </a:xfrm>
          <a:prstGeom prst="rect">
            <a:avLst/>
          </a:prstGeom>
          <a:solidFill>
            <a:srgbClr val="1B7A8C"/>
          </a:solidFill>
          <a:ln w="9525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31">
            <a:extLst>
              <a:ext uri="{FF2B5EF4-FFF2-40B4-BE49-F238E27FC236}">
                <a16:creationId xmlns:a16="http://schemas.microsoft.com/office/drawing/2014/main" id="{F5AEC35B-EB47-3019-C977-FA8A354C0A2B}"/>
              </a:ext>
            </a:extLst>
          </p:cNvPr>
          <p:cNvSpPr/>
          <p:nvPr/>
        </p:nvSpPr>
        <p:spPr>
          <a:xfrm>
            <a:off x="5658413" y="565525"/>
            <a:ext cx="98466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000" dirty="0"/>
          </a:p>
        </p:txBody>
      </p:sp>
      <p:sp>
        <p:nvSpPr>
          <p:cNvPr id="140" name="Text 32">
            <a:extLst>
              <a:ext uri="{FF2B5EF4-FFF2-40B4-BE49-F238E27FC236}">
                <a16:creationId xmlns:a16="http://schemas.microsoft.com/office/drawing/2014/main" id="{5F0A4177-2957-5A28-799A-81EFF7E86C28}"/>
              </a:ext>
            </a:extLst>
          </p:cNvPr>
          <p:cNvSpPr/>
          <p:nvPr/>
        </p:nvSpPr>
        <p:spPr>
          <a:xfrm>
            <a:off x="5658413" y="693541"/>
            <a:ext cx="98466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</a:t>
            </a:r>
            <a:endParaRPr lang="en-US" sz="850" dirty="0"/>
          </a:p>
        </p:txBody>
      </p:sp>
      <p:sp>
        <p:nvSpPr>
          <p:cNvPr id="153" name="Shape 34">
            <a:extLst>
              <a:ext uri="{FF2B5EF4-FFF2-40B4-BE49-F238E27FC236}">
                <a16:creationId xmlns:a16="http://schemas.microsoft.com/office/drawing/2014/main" id="{D70EBD01-3428-0DC9-B58D-E9C96774BD0A}"/>
              </a:ext>
            </a:extLst>
          </p:cNvPr>
          <p:cNvSpPr/>
          <p:nvPr/>
        </p:nvSpPr>
        <p:spPr>
          <a:xfrm>
            <a:off x="6660943" y="491300"/>
            <a:ext cx="902390" cy="474197"/>
          </a:xfrm>
          <a:prstGeom prst="rect">
            <a:avLst/>
          </a:prstGeom>
          <a:solidFill>
            <a:srgbClr val="1B3A5C"/>
          </a:solidFill>
          <a:ln w="9525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35">
            <a:extLst>
              <a:ext uri="{FF2B5EF4-FFF2-40B4-BE49-F238E27FC236}">
                <a16:creationId xmlns:a16="http://schemas.microsoft.com/office/drawing/2014/main" id="{83ECA9BC-34FD-590B-A6CF-994DB448A263}"/>
              </a:ext>
            </a:extLst>
          </p:cNvPr>
          <p:cNvSpPr/>
          <p:nvPr/>
        </p:nvSpPr>
        <p:spPr>
          <a:xfrm>
            <a:off x="6660943" y="545121"/>
            <a:ext cx="902390" cy="170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BroadcastNode</a:t>
            </a:r>
            <a:endParaRPr lang="en-US" sz="1000" dirty="0"/>
          </a:p>
        </p:txBody>
      </p:sp>
      <p:sp>
        <p:nvSpPr>
          <p:cNvPr id="155" name="Text 36">
            <a:extLst>
              <a:ext uri="{FF2B5EF4-FFF2-40B4-BE49-F238E27FC236}">
                <a16:creationId xmlns:a16="http://schemas.microsoft.com/office/drawing/2014/main" id="{AF145DE1-9BA3-0969-1C66-3E055FB63B44}"/>
              </a:ext>
            </a:extLst>
          </p:cNvPr>
          <p:cNvSpPr/>
          <p:nvPr/>
        </p:nvSpPr>
        <p:spPr>
          <a:xfrm>
            <a:off x="6705020" y="768096"/>
            <a:ext cx="858313" cy="8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transport</a:t>
            </a:r>
            <a:endParaRPr lang="en-US" sz="850" dirty="0"/>
          </a:p>
        </p:txBody>
      </p:sp>
      <p:sp>
        <p:nvSpPr>
          <p:cNvPr id="156" name="Shape 38">
            <a:extLst>
              <a:ext uri="{FF2B5EF4-FFF2-40B4-BE49-F238E27FC236}">
                <a16:creationId xmlns:a16="http://schemas.microsoft.com/office/drawing/2014/main" id="{BB19E781-4335-27E6-0AB2-D6DE6CA79059}"/>
              </a:ext>
            </a:extLst>
          </p:cNvPr>
          <p:cNvSpPr/>
          <p:nvPr/>
        </p:nvSpPr>
        <p:spPr>
          <a:xfrm>
            <a:off x="7601530" y="491301"/>
            <a:ext cx="902390" cy="480438"/>
          </a:xfrm>
          <a:prstGeom prst="rect">
            <a:avLst/>
          </a:prstGeom>
          <a:solidFill>
            <a:srgbClr val="1B4A5C"/>
          </a:solidFill>
          <a:ln w="9525">
            <a:solidFill>
              <a:srgbClr val="2BA3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39">
            <a:extLst>
              <a:ext uri="{FF2B5EF4-FFF2-40B4-BE49-F238E27FC236}">
                <a16:creationId xmlns:a16="http://schemas.microsoft.com/office/drawing/2014/main" id="{7F1DF523-5737-48FB-40BC-C3893CEF1DB3}"/>
              </a:ext>
            </a:extLst>
          </p:cNvPr>
          <p:cNvSpPr/>
          <p:nvPr/>
        </p:nvSpPr>
        <p:spPr>
          <a:xfrm>
            <a:off x="7628962" y="536498"/>
            <a:ext cx="902390" cy="170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Peers</a:t>
            </a:r>
            <a:endParaRPr lang="en-US" sz="1000" dirty="0"/>
          </a:p>
        </p:txBody>
      </p:sp>
      <p:sp>
        <p:nvSpPr>
          <p:cNvPr id="158" name="Text 40">
            <a:extLst>
              <a:ext uri="{FF2B5EF4-FFF2-40B4-BE49-F238E27FC236}">
                <a16:creationId xmlns:a16="http://schemas.microsoft.com/office/drawing/2014/main" id="{2140AB95-9D3F-BB46-2712-7C70358D917E}"/>
              </a:ext>
            </a:extLst>
          </p:cNvPr>
          <p:cNvSpPr/>
          <p:nvPr/>
        </p:nvSpPr>
        <p:spPr>
          <a:xfrm>
            <a:off x="7634585" y="752957"/>
            <a:ext cx="902390" cy="170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/ GOSSIP / HB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346</Words>
  <Application>Microsoft Office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arti2001jha@gmail.com</cp:lastModifiedBy>
  <cp:revision>3</cp:revision>
  <dcterms:created xsi:type="dcterms:W3CDTF">2026-05-18T22:46:19Z</dcterms:created>
  <dcterms:modified xsi:type="dcterms:W3CDTF">2026-05-19T00:49:16Z</dcterms:modified>
</cp:coreProperties>
</file>